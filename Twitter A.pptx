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Twitter A/B Testing: Overspending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Vishal Gir Goswami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616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 </a:t>
            </a:r>
            <a:r>
              <a:rPr lang="en-IN" dirty="0"/>
              <a:t>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Twitter ads use a click-based billing model</a:t>
            </a:r>
          </a:p>
          <a:p>
            <a:r>
              <a:rPr lang="en-US" dirty="0"/>
              <a:t>• Overspending issue due to delayed click reporting</a:t>
            </a:r>
          </a:p>
          <a:p>
            <a:r>
              <a:rPr lang="en-US" dirty="0"/>
              <a:t>• New impression-based model introduced to reduce overspend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15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A/B Test setup:</a:t>
            </a:r>
          </a:p>
          <a:p>
            <a:r>
              <a:rPr lang="en-US" dirty="0"/>
              <a:t>   - Control group → Click-based billing</a:t>
            </a:r>
          </a:p>
          <a:p>
            <a:r>
              <a:rPr lang="en-US" dirty="0"/>
              <a:t>   - Treatment group → Impression-based billing</a:t>
            </a:r>
          </a:p>
          <a:p>
            <a:r>
              <a:rPr lang="en-US" dirty="0"/>
              <a:t>• Duration: 1 week</a:t>
            </a:r>
          </a:p>
          <a:p>
            <a:r>
              <a:rPr lang="en-US" dirty="0"/>
              <a:t>• Goal: Evaluate overspending reduction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4507832"/>
            <a:ext cx="5480917" cy="103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422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Campaign Overspend (&gt;1%)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Control group: 5,716 campaigns</a:t>
            </a:r>
          </a:p>
          <a:p>
            <a:r>
              <a:rPr lang="en-US" dirty="0"/>
              <a:t>• Treatment group: 5,180 campaigns</a:t>
            </a:r>
          </a:p>
          <a:p>
            <a:r>
              <a:rPr lang="en-US" dirty="0" smtClean="0"/>
              <a:t>✅ New </a:t>
            </a:r>
            <a:r>
              <a:rPr lang="en-US" dirty="0"/>
              <a:t>model reduced overspending campaigns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397" y="3665742"/>
            <a:ext cx="5194542" cy="247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74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Average Overspend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Control (old model): 25.32%</a:t>
            </a:r>
          </a:p>
          <a:p>
            <a:r>
              <a:rPr lang="en-US" dirty="0"/>
              <a:t>• Treatment (new model): 17.61%</a:t>
            </a:r>
          </a:p>
          <a:p>
            <a:r>
              <a:rPr lang="en-US" dirty="0"/>
              <a:t>• Reduction: 7.71 percentage points</a:t>
            </a:r>
          </a:p>
          <a:p>
            <a:r>
              <a:rPr lang="en-US" dirty="0"/>
              <a:t>✅ Statistically significant (p ≈ 0.00002)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785" y="4546482"/>
            <a:ext cx="5989839" cy="116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517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Overspend by Company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Large: 12.29% → 3.26% (Improved by -9.03%) ✅</a:t>
            </a:r>
          </a:p>
          <a:p>
            <a:r>
              <a:rPr lang="en-US" dirty="0"/>
              <a:t>Medium: 4.56% → 5.14% (Worsened by +0.58%) ❌</a:t>
            </a:r>
          </a:p>
          <a:p>
            <a:r>
              <a:rPr lang="en-US" dirty="0"/>
              <a:t>Small: 37.06% → 27.10% (Improved by -9.96%) ✅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425" y="4058653"/>
            <a:ext cx="5077822" cy="185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193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Budget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Control avg. budget: $4,642</a:t>
            </a:r>
          </a:p>
          <a:p>
            <a:r>
              <a:rPr lang="en-US" dirty="0"/>
              <a:t>• Treatment avg. budget: $6,902</a:t>
            </a:r>
          </a:p>
          <a:p>
            <a:r>
              <a:rPr lang="en-US" dirty="0"/>
              <a:t>• p-value: 0.156 (Not statistically significant)</a:t>
            </a:r>
          </a:p>
          <a:p>
            <a:r>
              <a:rPr lang="en-US" dirty="0"/>
              <a:t>❌ No evidence advertisers lowered budgets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3801980"/>
            <a:ext cx="7457221" cy="161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414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Other Analyses &amp; Data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CTR &amp; Engagement metrics → Not available in dataset</a:t>
            </a:r>
          </a:p>
          <a:p>
            <a:r>
              <a:rPr lang="en-US" dirty="0"/>
              <a:t>• Suggested: Include impressions, clicks, likes, retweets, replies for future analysis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894" y="3818401"/>
            <a:ext cx="5994002" cy="78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4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Tests Conducted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T-tests → Overspend difference is significant</a:t>
            </a:r>
          </a:p>
          <a:p>
            <a:r>
              <a:rPr lang="en-US" dirty="0"/>
              <a:t>• ANOVA → Company size affects overspend rates</a:t>
            </a:r>
          </a:p>
          <a:p>
            <a:r>
              <a:rPr lang="en-US" dirty="0"/>
              <a:t>• Variance tests → Campaign spend variance differs between groups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3864073"/>
            <a:ext cx="8915400" cy="41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46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Impression-based model reduces overspend</a:t>
            </a:r>
          </a:p>
          <a:p>
            <a:r>
              <a:rPr lang="en-US" dirty="0"/>
              <a:t>• Works best for large &amp; small companies, not medium</a:t>
            </a:r>
          </a:p>
          <a:p>
            <a:r>
              <a:rPr lang="en-US" dirty="0"/>
              <a:t>• No evidence of advertisers lowering budgets</a:t>
            </a:r>
          </a:p>
          <a:p>
            <a:r>
              <a:rPr lang="en-US" dirty="0"/>
              <a:t>• Future analysis should add CTR &amp; engagement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069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Roll out new model for large &amp; small advertisers first</a:t>
            </a:r>
          </a:p>
          <a:p>
            <a:r>
              <a:rPr lang="en-US" dirty="0"/>
              <a:t>• Investigate why medium companies see worse results</a:t>
            </a:r>
          </a:p>
          <a:p>
            <a:r>
              <a:rPr lang="en-US" dirty="0"/>
              <a:t>• Collect engagement metrics for deeper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853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A/B test clearly demonstrates that Twitter’s new impression-based billing model is effective in reducing campaign overspending. Overspend decreased by an average of 7.7 percentage points, a statistically significant improvement. Both large and small advertisers benefited significantly, while medium-sized advertisers saw slightly worse results, suggesting the need for further optimization.</a:t>
            </a:r>
          </a:p>
          <a:p>
            <a:endParaRPr lang="en-US" dirty="0"/>
          </a:p>
          <a:p>
            <a:r>
              <a:rPr lang="en-US" dirty="0"/>
              <a:t>Importantly, there is no evidence that advertisers in the treatment group lowered their budgets due to the new product.</a:t>
            </a:r>
          </a:p>
          <a:p>
            <a:endParaRPr lang="en-US" dirty="0"/>
          </a:p>
          <a:p>
            <a:r>
              <a:rPr lang="en-US" dirty="0"/>
              <a:t>Overall, the new model is a strong candidate for rollout, with adjustments needed to better serve medium-sized companies. Future experiments should also incorporate CTR and engagement metrics to provide a complete picture of effectiveness.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6271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53153" y="2233246"/>
            <a:ext cx="791307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500" dirty="0" smtClean="0"/>
              <a:t>Thank You</a:t>
            </a:r>
            <a:endParaRPr lang="en-IN" sz="11500" dirty="0"/>
          </a:p>
        </p:txBody>
      </p:sp>
    </p:spTree>
    <p:extLst>
      <p:ext uri="{BB962C8B-B14F-4D97-AF65-F5344CB8AC3E}">
        <p14:creationId xmlns:p14="http://schemas.microsoft.com/office/powerpoint/2010/main" val="22340313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</TotalTime>
  <Words>441</Words>
  <Application>Microsoft Office PowerPoint</Application>
  <PresentationFormat>Widescreen</PresentationFormat>
  <Paragraphs>53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Wisp</vt:lpstr>
      <vt:lpstr>Twitter A/B Testing: Overspending Analysis</vt:lpstr>
      <vt:lpstr>Problem Statement</vt:lpstr>
      <vt:lpstr>Experiment Design</vt:lpstr>
      <vt:lpstr>Campaign Overspend (&gt;1%)</vt:lpstr>
      <vt:lpstr>Average Overspend Comparison</vt:lpstr>
      <vt:lpstr>Overspend by Company Size</vt:lpstr>
      <vt:lpstr>Budget Concerns</vt:lpstr>
      <vt:lpstr>Other Analyses &amp; Data Gaps</vt:lpstr>
      <vt:lpstr>Statistical Tests Conducted</vt:lpstr>
      <vt:lpstr>Key Takeaways</vt:lpstr>
      <vt:lpstr>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Twitter A/B Testing: Overspending Analysis</dc:title>
  <dc:creator>user</dc:creator>
  <cp:lastModifiedBy>user</cp:lastModifiedBy>
  <cp:revision>3</cp:revision>
  <dcterms:created xsi:type="dcterms:W3CDTF">2025-08-17T08:18:50Z</dcterms:created>
  <dcterms:modified xsi:type="dcterms:W3CDTF">2025-08-17T08:46:23Z</dcterms:modified>
</cp:coreProperties>
</file>